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2E86AB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E6394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06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Identifying Fraudulent Transactions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end-to-end fraud detection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fraudulent credit card transactions using historical transaction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103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⚖️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33375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imbalance: only 1.478% of transactions are fraudulent.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103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8368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33375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engineer features, balance classes with SMOTE, and compare classification models.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2103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50976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55480" y="33375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tuned Random Forest model with 0.9846 ROC-AUC on held-out data.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Class Imbalance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dataset structure and fraud prevalence</a:t>
            </a:r>
            <a:endParaRPr lang="en-US" sz="1400" dirty="0"/>
          </a:p>
        </p:txBody>
      </p:sp>
      <p:pic>
        <p:nvPicPr>
          <p:cNvPr id="4" name="Image 0" descr="/home/claude/credit_card_fraud_detection/charts/01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94944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6,090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0" y="29900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0" y="39502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1.478%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0" y="4617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0" y="49103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Amount, 28 anonymized (V1–V28)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 &amp; Timing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behaves differently from legitimate spending</a:t>
            </a:r>
            <a:endParaRPr lang="en-US" sz="1400" dirty="0"/>
          </a:p>
        </p:txBody>
      </p:sp>
      <p:pic>
        <p:nvPicPr>
          <p:cNvPr id="4" name="Image 0" descr="/home/claude/credit_card_fraud_detection/charts/02_amoun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669280" cy="2606040"/>
          </a:xfrm>
          <a:prstGeom prst="rect">
            <a:avLst/>
          </a:prstGeom>
        </p:spPr>
      </p:pic>
      <p:pic>
        <p:nvPicPr>
          <p:cNvPr id="5" name="Image 1" descr="/home/claude/credit_card_fraud_detection/charts/03_time_patter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486400" cy="2514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skews toward smaller "testing" amounts (median $12.54) vs. legitimate purchases (median $47.62), and peaks around hour 18:00.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Oversampling (SMOTE)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709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51960" y="1709928"/>
            <a:ext cx="7360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 preserves the true fraud rate in the held-out test set.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7614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51960" y="2761488"/>
            <a:ext cx="7360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all numeric features before distance-based oversampling.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8130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1960" y="3813048"/>
            <a:ext cx="7360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synthetic fraud examples along the line between real fraud cases and their nearest neighbors.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8646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balanced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51960" y="4864608"/>
            <a:ext cx="7360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 on a 50/50 balanced set, then are evaluated on the original imbalanced test set.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 evaluated on the same held-out test set</a:t>
            </a:r>
            <a:endParaRPr lang="en-US" sz="1400" dirty="0"/>
          </a:p>
        </p:txBody>
      </p:sp>
      <p:pic>
        <p:nvPicPr>
          <p:cNvPr id="4" name="Image 0" descr="/home/claude/credit_card_fraud_detection/charts/08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1051560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(tuned with GridSearchCV)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0.6667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7373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0.5217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0" y="23317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7373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0.5854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35040" y="23317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78240" y="164592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7373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pic>
        <p:nvPicPr>
          <p:cNvPr id="16" name="Image 0" descr="/home/claude/credit_card_fraud_detection/charts/06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08960"/>
            <a:ext cx="4937760" cy="3383280"/>
          </a:xfrm>
          <a:prstGeom prst="rect">
            <a:avLst/>
          </a:prstGeom>
        </p:spPr>
      </p:pic>
      <p:pic>
        <p:nvPicPr>
          <p:cNvPr id="17" name="Image 1" descr="/home/claude/credit_card_fraud_detection/charts/07_roc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108960"/>
            <a:ext cx="5394960" cy="33832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&amp; Feature Importance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model's fraud predictions</a:t>
            </a:r>
            <a:endParaRPr lang="en-US" sz="1400" dirty="0"/>
          </a:p>
        </p:txBody>
      </p:sp>
      <p:pic>
        <p:nvPicPr>
          <p:cNvPr id="4" name="Image 0" descr="/home/claude/credit_card_fraud_detection/charts/09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58368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64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Signals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0664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Amount_log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418320" y="1920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41832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0664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41832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0664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41832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06640" y="42062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 and a small set of anonymized behavioral features carry most of the predictive signal.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model results into action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4F7FA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205740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8600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skews toward small "testing" charges before larger attempts.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incidence peaks in the evening hours.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features drives most predictive power, enabling fast scoring.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 as a first-pass screening layer ahead of manual review.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extra scrutiny to low-value transactions during peak fraud hours.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periodically as fraud patterns evolve; monitor precision/recall drift.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E86AB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2026-07-18T03:13:30Z</dcterms:created>
  <dcterms:modified xsi:type="dcterms:W3CDTF">2026-07-18T03:13:30Z</dcterms:modified>
</cp:coreProperties>
</file>